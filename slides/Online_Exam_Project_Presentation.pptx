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Examination &amp; Proctoring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Based Project</a:t>
            </a:r>
          </a:p>
          <a:p>
            <a:r>
              <a:t>Manjeet Kumar</a:t>
            </a:r>
          </a:p>
          <a:p>
            <a: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exams lack proper monitoring</a:t>
            </a:r>
          </a:p>
          <a:p>
            <a:r>
              <a:t>Leads to cheating and unfair practices</a:t>
            </a:r>
          </a:p>
          <a:p>
            <a:r>
              <a:t>Need secure and reliable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exam system</a:t>
            </a:r>
          </a:p>
          <a:p>
            <a:r>
              <a:t>Automated evaluation</a:t>
            </a:r>
          </a:p>
          <a:p>
            <a:r>
              <a:t>Basic proctoring</a:t>
            </a:r>
          </a:p>
          <a:p>
            <a:r>
              <a:t>Reduce manual effort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Login</a:t>
            </a:r>
          </a:p>
          <a:p>
            <a:r>
              <a:t>Question Management</a:t>
            </a:r>
          </a:p>
          <a:p>
            <a:r>
              <a:t>Timed Exam</a:t>
            </a:r>
          </a:p>
          <a:p>
            <a:r>
              <a:t>Auto Submission</a:t>
            </a:r>
          </a:p>
          <a:p>
            <a:r>
              <a:t>Proctoring Alerts</a:t>
            </a:r>
          </a:p>
          <a:p>
            <a:r>
              <a:t>Result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Abstraction</a:t>
            </a:r>
          </a:p>
          <a:p>
            <a:r>
              <a:t>Inheritance</a:t>
            </a:r>
          </a:p>
          <a:p>
            <a:r>
              <a:t>Polymorphism</a:t>
            </a:r>
          </a:p>
          <a:p>
            <a:r>
              <a:t>Exception Handling</a:t>
            </a:r>
          </a:p>
          <a:p>
            <a:r>
              <a:t>Collections</a:t>
            </a:r>
          </a:p>
          <a:p>
            <a:r>
              <a:t>Multithreading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Presentation Layer</a:t>
            </a:r>
          </a:p>
          <a:p>
            <a:r>
              <a:t>Business Logic Layer</a:t>
            </a:r>
          </a:p>
          <a:p>
            <a:r>
              <a:t>Data Layer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User, Student, Admin</a:t>
            </a:r>
          </a:p>
          <a:p>
            <a:r>
              <a:t>Question</a:t>
            </a:r>
          </a:p>
          <a:p>
            <a:r>
              <a:t>Exam</a:t>
            </a:r>
          </a:p>
          <a:p>
            <a:r>
              <a:t>ExamTimer</a:t>
            </a:r>
          </a:p>
          <a:p>
            <a:r>
              <a:t>ProctoringSystem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</a:t>
            </a:r>
          </a:p>
          <a:p>
            <a:r>
              <a:t>Start Exam</a:t>
            </a:r>
          </a:p>
          <a:p>
            <a:r>
              <a:t>Timer Runs</a:t>
            </a:r>
          </a:p>
          <a:p>
            <a:r>
              <a:t>Answer Questions</a:t>
            </a:r>
          </a:p>
          <a:p>
            <a:r>
              <a:t>Auto Submit</a:t>
            </a:r>
          </a:p>
          <a:p>
            <a:r>
              <a:t>Result Display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ArrayList for questions</a:t>
            </a:r>
          </a:p>
          <a:p>
            <a:r>
              <a:t>HashMap for answers</a:t>
            </a:r>
          </a:p>
          <a:p>
            <a:r>
              <a:t>Thread for timer</a:t>
            </a:r>
          </a:p>
          <a:p>
            <a:r>
              <a:t>Exception handling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Valid/Invalid login</a:t>
            </a:r>
          </a:p>
          <a:p>
            <a:r>
              <a:t>Correct/Wrong answers</a:t>
            </a:r>
          </a:p>
          <a:p>
            <a:r>
              <a:t>Time expiry</a:t>
            </a:r>
          </a:p>
          <a:p>
            <a:r>
              <a:t>Invalid input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GUI (JavaFX)</a:t>
            </a:r>
          </a:p>
          <a:p>
            <a:r>
              <a:t>Database Integration</a:t>
            </a:r>
          </a:p>
          <a:p>
            <a:r>
              <a:t>AI Proctoring</a:t>
            </a:r>
          </a:p>
          <a:p>
            <a:r>
              <a:t>Web version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and efficient exam system</a:t>
            </a:r>
          </a:p>
          <a:p>
            <a:r>
              <a:t>Demonstrates OOP concepts</a:t>
            </a:r>
          </a:p>
          <a:p>
            <a:r>
              <a:t>Scalable for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